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0" r:id="rId3"/>
    <p:sldId id="262" r:id="rId4"/>
    <p:sldId id="259" r:id="rId5"/>
    <p:sldId id="258" r:id="rId6"/>
    <p:sldId id="261" r:id="rId7"/>
    <p:sldId id="257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33"/>
    <p:restoredTop sz="94675"/>
  </p:normalViewPr>
  <p:slideViewPr>
    <p:cSldViewPr snapToGrid="0">
      <p:cViewPr>
        <p:scale>
          <a:sx n="85" d="100"/>
          <a:sy n="85" d="100"/>
        </p:scale>
        <p:origin x="256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9A14D-637A-C046-B84A-BE350B25F4F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BCB5D-3901-384D-9749-20A97A6053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340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BCB5D-3901-384D-9749-20A97A6053F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283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BCB5D-3901-384D-9749-20A97A6053F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2143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EAAC6-0DDC-5ACC-C833-899CB2250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100C82-944A-6B2C-9EC8-7FD8ECFBC0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145EFA-0CD6-C932-ABEE-6F70CE8AE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AB85A-9F9B-E24A-4623-AA6583B41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BCB5D-3901-384D-9749-20A97A6053F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951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A94B6-168F-957B-EFE8-1F48ABFEDC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5C72C-8117-E41B-AB8C-1D8F7CD205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900064-96E3-6EF1-8B88-8AF63D024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39FB6-EF19-684E-A064-0DDF13C78CC6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655158-ED63-3E2D-76E9-A967D10DA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BC752-B522-08A3-A262-29C669382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77F50-D3EF-CC41-9C15-BB27E1FA6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623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BC2C7-026B-E9EC-55F2-F0B87FAC4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09ABC-4BD4-6001-0BF2-658C51E47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785CF2-37A2-B1BA-B974-E72DCBF17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39FB6-EF19-684E-A064-0DDF13C78CC6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60DD80-F33C-2BA1-18A9-9F9D0549B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2FF6A-9F4E-A0A4-B477-3901DF6FE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77F50-D3EF-CC41-9C15-BB27E1FA6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352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1C984-E35A-5C8D-D61C-3840E8773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5B9E1B-EB8A-A584-FC89-13A0D5903A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AFD5D-CD55-235B-DF90-147A63D96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39FB6-EF19-684E-A064-0DDF13C78CC6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AF4E2-27AB-607E-02F0-999136913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1C0C5-0F19-1529-9683-F3693ABE9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77F50-D3EF-CC41-9C15-BB27E1FA6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60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EA009-A411-9AC7-5D39-D005C8D8B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E6407-4045-3A36-08EF-E66BE72C27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02982F-E9F7-30A5-0DD0-566FEA83B6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A55E2F-B674-588B-A919-522626E8E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39FB6-EF19-684E-A064-0DDF13C78CC6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768667-B82F-6C63-A471-0DB508DFD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A6BF0C-1447-7FA9-3E94-3D08E1153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77F50-D3EF-CC41-9C15-BB27E1FA6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03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451D7-4C1D-98C2-78A6-4C4049CBB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936E1C-C6AE-6F76-D373-B48770DCA0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E9217-A327-834B-6883-BA2F95EE39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E3D837-610D-FC6C-C763-ACAF0A8F36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E78448-3D64-4EB3-94DD-8F2E679167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64CB64-CDE3-B89D-1875-DEDED35FB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39FB6-EF19-684E-A064-0DDF13C78CC6}" type="datetimeFigureOut">
              <a:rPr lang="en-US" smtClean="0"/>
              <a:t>9/29/26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432FA6-83D8-3CA9-39F0-038E2C383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EA8663-A65B-8AD4-0290-8BFC0ACB7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77F50-D3EF-CC41-9C15-BB27E1FA6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865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5BCDC-4DBE-598A-20A9-9C3F8267C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BCDC64-1318-1CC8-B6C8-2080F3FF7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39FB6-EF19-684E-A064-0DDF13C78CC6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648123-FB5C-8B27-E418-3020D196E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26430C-B0D0-C6A8-9CE6-EDB7F9E79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77F50-D3EF-CC41-9C15-BB27E1FA6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5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379AD9-041B-FFB9-332B-B1CB3F356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39FB6-EF19-684E-A064-0DDF13C78CC6}" type="datetimeFigureOut">
              <a:rPr lang="en-US" smtClean="0"/>
              <a:t>9/29/26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FA822-814C-6CCC-E7FC-69393778C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A5F20-D6CD-7A72-E7D4-42F49305E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77F50-D3EF-CC41-9C15-BB27E1FA6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341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C1721-4732-1AFE-8E26-3ECCB3588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50EEE-676B-71F9-0E6F-3808BF019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B78711-308F-0975-26F8-C4F5254752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D92DC8-4300-5671-D809-2318ECCC7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39FB6-EF19-684E-A064-0DDF13C78CC6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D8AD5C-E128-FFAD-A5FD-E290A9AF1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13518-BA6D-362C-7704-5CECB238E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77F50-D3EF-CC41-9C15-BB27E1FA6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119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A9D08-CB3A-C144-C250-EA0F38083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C1C2D7-BEB6-5180-5156-D4D728D043B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C02B8E-E351-719C-83A8-6B71EE35A3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D975DC-C9EA-84E5-23A6-436344ABC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39FB6-EF19-684E-A064-0DDF13C78CC6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95765-649D-915F-DA1D-DC5EE8575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DD5D1D-8F49-103D-62A0-5E567B56D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77F50-D3EF-CC41-9C15-BB27E1FA6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616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AD8DD-129A-5796-7613-FA1999C17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A117EE-7D7C-C407-92B7-E8F8D7F2C5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3C7D5-085B-E823-D116-D7F79DE39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39FB6-EF19-684E-A064-0DDF13C78CC6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9E3EA-4DC1-1E31-F0EB-081FD808A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7F5EE-6BD6-5427-4AB9-AE5823A75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77F50-D3EF-CC41-9C15-BB27E1FA6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780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A9CF1F-9A12-7B7E-2841-9BE064C758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731662-F0C2-9E68-E5B2-D338F9DEC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5D87D6-1C21-94B0-0349-EA62C4EFE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39FB6-EF19-684E-A064-0DDF13C78CC6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9FD4E-8F5B-9BB3-EFFB-27431C63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138D94-B912-B0A3-1C96-4A171A975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77F50-D3EF-CC41-9C15-BB27E1FA6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129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036150-55AF-F94A-F94A-9E3DE52C8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962D8-66BB-AB33-C007-579EEFB77D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30BD7-5B06-7BA0-AEDE-D13DAC52D8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839FB6-EF19-684E-A064-0DDF13C78CC6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1C44FD-A38F-51CB-24BD-FE53231A09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2FE6-BD80-8F42-B6B6-4CA30322D1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577F50-D3EF-CC41-9C15-BB27E1FA6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183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o.org/faostat/en/#data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www.fao.org/faostat/en/#data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0CA7E-04DC-4A4A-04EF-AF0F1E8302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9467" y="1190096"/>
            <a:ext cx="6620932" cy="2806170"/>
          </a:xfrm>
        </p:spPr>
        <p:txBody>
          <a:bodyPr/>
          <a:lstStyle/>
          <a:p>
            <a:pPr algn="r"/>
            <a:r>
              <a:rPr lang="en-US" dirty="0"/>
              <a:t>PROJECT -1- EDA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EE0E11-A5CE-CBC0-6DC2-98CD8B675BAC}"/>
              </a:ext>
            </a:extLst>
          </p:cNvPr>
          <p:cNvSpPr txBox="1"/>
          <p:nvPr/>
        </p:nvSpPr>
        <p:spPr>
          <a:xfrm>
            <a:off x="3505200" y="3811600"/>
            <a:ext cx="3505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By Rizki</a:t>
            </a:r>
          </a:p>
        </p:txBody>
      </p:sp>
    </p:spTree>
    <p:extLst>
      <p:ext uri="{BB962C8B-B14F-4D97-AF65-F5344CB8AC3E}">
        <p14:creationId xmlns:p14="http://schemas.microsoft.com/office/powerpoint/2010/main" val="3960222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9857A-F5C2-8688-48FD-E58C86F20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Coffee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E61C33-7327-6631-9E95-95BC83E4A5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946" b="20353"/>
          <a:stretch>
            <a:fillRect/>
          </a:stretch>
        </p:blipFill>
        <p:spPr>
          <a:xfrm>
            <a:off x="2638206" y="2267712"/>
            <a:ext cx="6547450" cy="15910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6ADF55-ED36-08AE-FC25-E7E45B7EBC71}"/>
              </a:ext>
            </a:extLst>
          </p:cNvPr>
          <p:cNvSpPr txBox="1"/>
          <p:nvPr/>
        </p:nvSpPr>
        <p:spPr>
          <a:xfrm>
            <a:off x="2638206" y="4119880"/>
            <a:ext cx="117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Upstream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405F62-88E0-F5BD-E356-5064697768B5}"/>
              </a:ext>
            </a:extLst>
          </p:cNvPr>
          <p:cNvSpPr txBox="1"/>
          <p:nvPr/>
        </p:nvSpPr>
        <p:spPr>
          <a:xfrm>
            <a:off x="6955228" y="4701802"/>
            <a:ext cx="1254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Midstream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194F68-BC5B-5D9D-95FA-9C2CA8064FA9}"/>
              </a:ext>
            </a:extLst>
          </p:cNvPr>
          <p:cNvSpPr txBox="1"/>
          <p:nvPr/>
        </p:nvSpPr>
        <p:spPr>
          <a:xfrm>
            <a:off x="7722114" y="5634490"/>
            <a:ext cx="1463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Downstream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5FC1C40-5D1A-00C0-BE09-8C082C676868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5065776" y="5626463"/>
            <a:ext cx="3388109" cy="8027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5C9DB1F-5825-93B4-C0E1-DCA4DF34ADF4}"/>
              </a:ext>
            </a:extLst>
          </p:cNvPr>
          <p:cNvCxnSpPr>
            <a:cxnSpLocks/>
          </p:cNvCxnSpPr>
          <p:nvPr/>
        </p:nvCxnSpPr>
        <p:spPr>
          <a:xfrm>
            <a:off x="2638206" y="4119880"/>
            <a:ext cx="3762663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FE3D029-D78F-5EEA-AF4C-96CC3613DDB9}"/>
              </a:ext>
            </a:extLst>
          </p:cNvPr>
          <p:cNvCxnSpPr>
            <a:cxnSpLocks/>
          </p:cNvCxnSpPr>
          <p:nvPr/>
        </p:nvCxnSpPr>
        <p:spPr>
          <a:xfrm flipH="1" flipV="1">
            <a:off x="3936380" y="5002881"/>
            <a:ext cx="2464489" cy="1786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BC94977-76C5-0F7F-0AA5-36B6E30530E9}"/>
              </a:ext>
            </a:extLst>
          </p:cNvPr>
          <p:cNvCxnSpPr>
            <a:cxnSpLocks/>
          </p:cNvCxnSpPr>
          <p:nvPr/>
        </p:nvCxnSpPr>
        <p:spPr>
          <a:xfrm>
            <a:off x="6400869" y="5002881"/>
            <a:ext cx="2338397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4520C36-29E5-62C8-ED29-5700ABAE1A8A}"/>
              </a:ext>
            </a:extLst>
          </p:cNvPr>
          <p:cNvCxnSpPr>
            <a:cxnSpLocks/>
          </p:cNvCxnSpPr>
          <p:nvPr/>
        </p:nvCxnSpPr>
        <p:spPr>
          <a:xfrm>
            <a:off x="2638206" y="3978934"/>
            <a:ext cx="0" cy="25067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D715C5-8E83-FBF8-9E94-D42F1C616783}"/>
              </a:ext>
            </a:extLst>
          </p:cNvPr>
          <p:cNvCxnSpPr>
            <a:cxnSpLocks/>
          </p:cNvCxnSpPr>
          <p:nvPr/>
        </p:nvCxnSpPr>
        <p:spPr>
          <a:xfrm>
            <a:off x="6400869" y="3978934"/>
            <a:ext cx="0" cy="25067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C93039-03FC-6F1E-ED94-AD359732286C}"/>
              </a:ext>
            </a:extLst>
          </p:cNvPr>
          <p:cNvCxnSpPr>
            <a:cxnSpLocks/>
          </p:cNvCxnSpPr>
          <p:nvPr/>
        </p:nvCxnSpPr>
        <p:spPr>
          <a:xfrm>
            <a:off x="8719083" y="4891186"/>
            <a:ext cx="0" cy="25067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DAD0FADB-3C4B-7F4F-3AC8-EB4A42D3A4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7823" y="3918596"/>
            <a:ext cx="1424521" cy="1269839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708242F-A45E-A837-8787-DBC3985860F0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453885" y="5631292"/>
            <a:ext cx="846232" cy="3198"/>
          </a:xfrm>
          <a:prstGeom prst="straightConnector1">
            <a:avLst/>
          </a:prstGeom>
          <a:ln w="38100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2E3388D-CFD0-AB49-1C3C-815218D767A4}"/>
              </a:ext>
            </a:extLst>
          </p:cNvPr>
          <p:cNvCxnSpPr>
            <a:cxnSpLocks/>
          </p:cNvCxnSpPr>
          <p:nvPr/>
        </p:nvCxnSpPr>
        <p:spPr>
          <a:xfrm>
            <a:off x="8719083" y="5002881"/>
            <a:ext cx="581034" cy="0"/>
          </a:xfrm>
          <a:prstGeom prst="straightConnector1">
            <a:avLst/>
          </a:prstGeom>
          <a:ln w="6350"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002D2D8-D703-CE45-51BC-3C2F92BFB0F8}"/>
              </a:ext>
            </a:extLst>
          </p:cNvPr>
          <p:cNvCxnSpPr>
            <a:cxnSpLocks/>
          </p:cNvCxnSpPr>
          <p:nvPr/>
        </p:nvCxnSpPr>
        <p:spPr>
          <a:xfrm>
            <a:off x="8463866" y="5509153"/>
            <a:ext cx="0" cy="25067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D473F60-76A7-18E4-76C9-0EAF7BD9D6E4}"/>
              </a:ext>
            </a:extLst>
          </p:cNvPr>
          <p:cNvCxnSpPr>
            <a:cxnSpLocks/>
          </p:cNvCxnSpPr>
          <p:nvPr/>
        </p:nvCxnSpPr>
        <p:spPr>
          <a:xfrm>
            <a:off x="6400869" y="4128730"/>
            <a:ext cx="2899248" cy="0"/>
          </a:xfrm>
          <a:prstGeom prst="straightConnector1">
            <a:avLst/>
          </a:prstGeom>
          <a:ln w="6350"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1618C92-07F2-C524-1702-21BBB7E79B43}"/>
              </a:ext>
            </a:extLst>
          </p:cNvPr>
          <p:cNvCxnSpPr>
            <a:cxnSpLocks/>
          </p:cNvCxnSpPr>
          <p:nvPr/>
        </p:nvCxnSpPr>
        <p:spPr>
          <a:xfrm>
            <a:off x="6400869" y="4881378"/>
            <a:ext cx="0" cy="25067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2485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3E3A1-E001-2EA5-7A84-0814F1B9B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58DDE-65E2-C0CE-BD5B-97319DAA60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5107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010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AC0D022-A2A0-5818-114D-B0BC572C0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268" y="1200148"/>
            <a:ext cx="3468214" cy="40770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DC7B19-7AB8-EE43-24B5-8D0ED6DACC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503" y="1200148"/>
            <a:ext cx="3489229" cy="40770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D6EA0F-877E-C2E1-05C6-C1D8EB62C1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64" b="52652"/>
          <a:stretch>
            <a:fillRect/>
          </a:stretch>
        </p:blipFill>
        <p:spPr>
          <a:xfrm>
            <a:off x="8458503" y="4639320"/>
            <a:ext cx="3489229" cy="19138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6E20D4-A7E7-5479-8BAF-7BB75781E0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1893" y="1200148"/>
            <a:ext cx="3468214" cy="40724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22F5C2A-B148-7B89-B9C5-738ED680009B}"/>
              </a:ext>
            </a:extLst>
          </p:cNvPr>
          <p:cNvSpPr txBox="1"/>
          <p:nvPr/>
        </p:nvSpPr>
        <p:spPr>
          <a:xfrm>
            <a:off x="244268" y="558800"/>
            <a:ext cx="346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Produced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AD85EE-7A2D-C917-D4BE-DE9A938B2D64}"/>
              </a:ext>
            </a:extLst>
          </p:cNvPr>
          <p:cNvSpPr txBox="1"/>
          <p:nvPr/>
        </p:nvSpPr>
        <p:spPr>
          <a:xfrm>
            <a:off x="8458503" y="558800"/>
            <a:ext cx="346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Import export prices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5F9238-2ABF-078D-3722-F646D551550F}"/>
              </a:ext>
            </a:extLst>
          </p:cNvPr>
          <p:cNvSpPr txBox="1"/>
          <p:nvPr/>
        </p:nvSpPr>
        <p:spPr>
          <a:xfrm>
            <a:off x="4361893" y="558800"/>
            <a:ext cx="346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Processed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7C197DC-FCD6-3A9A-7D50-11E17A496F83}"/>
              </a:ext>
            </a:extLst>
          </p:cNvPr>
          <p:cNvGrpSpPr/>
          <p:nvPr/>
        </p:nvGrpSpPr>
        <p:grpSpPr>
          <a:xfrm>
            <a:off x="244268" y="5671713"/>
            <a:ext cx="7585838" cy="494624"/>
            <a:chOff x="244268" y="6058576"/>
            <a:chExt cx="7585838" cy="494624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EA63E0C9-65FF-7736-4A1C-6AB8B5F9939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4268" y="6058576"/>
              <a:ext cx="2922265" cy="49462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8D89AEEB-6418-27E9-80C4-C353A3AC38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74117"/>
            <a:stretch>
              <a:fillRect/>
            </a:stretch>
          </p:blipFill>
          <p:spPr>
            <a:xfrm>
              <a:off x="2971800" y="6058576"/>
              <a:ext cx="4858306" cy="494624"/>
            </a:xfrm>
            <a:prstGeom prst="rect">
              <a:avLst/>
            </a:prstGeom>
          </p:spPr>
        </p:pic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D950D007-ACCC-78A7-DC0D-BB407C6BA1F7}"/>
              </a:ext>
            </a:extLst>
          </p:cNvPr>
          <p:cNvSpPr txBox="1"/>
          <p:nvPr/>
        </p:nvSpPr>
        <p:spPr>
          <a:xfrm>
            <a:off x="244268" y="6160475"/>
            <a:ext cx="388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8"/>
              </a:rPr>
              <a:t>https://</a:t>
            </a:r>
            <a:r>
              <a:rPr lang="en-US" dirty="0" err="1">
                <a:hlinkClick r:id="rId8"/>
              </a:rPr>
              <a:t>www.fao.org</a:t>
            </a:r>
            <a:r>
              <a:rPr lang="en-US" dirty="0">
                <a:hlinkClick r:id="rId8"/>
              </a:rPr>
              <a:t>/</a:t>
            </a:r>
            <a:r>
              <a:rPr lang="en-US" dirty="0" err="1">
                <a:hlinkClick r:id="rId8"/>
              </a:rPr>
              <a:t>faostat</a:t>
            </a:r>
            <a:r>
              <a:rPr lang="en-US" dirty="0">
                <a:hlinkClick r:id="rId8"/>
              </a:rPr>
              <a:t>/</a:t>
            </a:r>
            <a:r>
              <a:rPr lang="en-US" dirty="0" err="1">
                <a:hlinkClick r:id="rId8"/>
              </a:rPr>
              <a:t>en</a:t>
            </a:r>
            <a:r>
              <a:rPr lang="en-US" dirty="0">
                <a:hlinkClick r:id="rId8"/>
              </a:rPr>
              <a:t>/#data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6DD2B1-8E7F-10A8-9D4A-7FCD5C0DC93E}"/>
              </a:ext>
            </a:extLst>
          </p:cNvPr>
          <p:cNvSpPr txBox="1"/>
          <p:nvPr/>
        </p:nvSpPr>
        <p:spPr>
          <a:xfrm>
            <a:off x="6940446" y="314793"/>
            <a:ext cx="1663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Analytical data</a:t>
            </a:r>
          </a:p>
        </p:txBody>
      </p:sp>
    </p:spTree>
    <p:extLst>
      <p:ext uri="{BB962C8B-B14F-4D97-AF65-F5344CB8AC3E}">
        <p14:creationId xmlns:p14="http://schemas.microsoft.com/office/powerpoint/2010/main" val="936841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A92A4E-C287-6E7A-5782-15E1306DF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406" y="1614043"/>
            <a:ext cx="2284914" cy="35215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510BA14-2F06-197D-5EE5-3A7BC30B08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27" t="50505" r="11817" b="19852"/>
          <a:stretch>
            <a:fillRect/>
          </a:stretch>
        </p:blipFill>
        <p:spPr>
          <a:xfrm>
            <a:off x="3792774" y="288212"/>
            <a:ext cx="2467812" cy="11795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62BDFF-0B4C-F017-69EF-BDDCF2466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2773" y="1467734"/>
            <a:ext cx="2467813" cy="37810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D7092B-0478-4FD2-4547-994D16532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774" y="5304146"/>
            <a:ext cx="2467813" cy="14945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ABA07F-3FD2-84F9-04C7-66D16C90EF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27" t="50505" r="11817" b="37936"/>
          <a:stretch>
            <a:fillRect/>
          </a:stretch>
        </p:blipFill>
        <p:spPr>
          <a:xfrm>
            <a:off x="7041589" y="816766"/>
            <a:ext cx="4277534" cy="79727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6088B50-2ED1-1B5D-858B-F1B361D9CB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3100" b="18349"/>
          <a:stretch>
            <a:fillRect/>
          </a:stretch>
        </p:blipFill>
        <p:spPr>
          <a:xfrm>
            <a:off x="7733144" y="5250342"/>
            <a:ext cx="3300173" cy="14436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E8B0EC4-D050-5EB6-E921-0141343FAD57}"/>
              </a:ext>
            </a:extLst>
          </p:cNvPr>
          <p:cNvSpPr txBox="1"/>
          <p:nvPr/>
        </p:nvSpPr>
        <p:spPr>
          <a:xfrm>
            <a:off x="7041589" y="326869"/>
            <a:ext cx="1158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Take only: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4C3B99-9E0D-9F00-A3AC-3FD50A5276C2}"/>
              </a:ext>
            </a:extLst>
          </p:cNvPr>
          <p:cNvSpPr txBox="1"/>
          <p:nvPr/>
        </p:nvSpPr>
        <p:spPr>
          <a:xfrm>
            <a:off x="7733144" y="1919695"/>
            <a:ext cx="1827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to ignore: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2BB0542-5CF4-02F7-376E-B80230BEE1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061" b="46634"/>
          <a:stretch>
            <a:fillRect/>
          </a:stretch>
        </p:blipFill>
        <p:spPr>
          <a:xfrm>
            <a:off x="7733146" y="4256341"/>
            <a:ext cx="3300171" cy="87500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4BE6A3-7B0A-3545-F87F-3CAA448F3F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27" t="70329" r="11817" b="19852"/>
          <a:stretch>
            <a:fillRect/>
          </a:stretch>
        </p:blipFill>
        <p:spPr>
          <a:xfrm>
            <a:off x="7733146" y="2289027"/>
            <a:ext cx="3300171" cy="52249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DCC9C64-E32C-26A0-6B49-A87FFE80CBC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72179"/>
          <a:stretch>
            <a:fillRect/>
          </a:stretch>
        </p:blipFill>
        <p:spPr>
          <a:xfrm>
            <a:off x="7733147" y="2765739"/>
            <a:ext cx="3300172" cy="1406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263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A1823-6390-36BB-F520-828A5E37D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3E13E3-890B-6110-F9B6-E347BF158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268" y="1200148"/>
            <a:ext cx="3468214" cy="40770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33BD70-4DDB-C5BA-EBBA-45E38F8F3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1893" y="1200148"/>
            <a:ext cx="3489229" cy="40770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8CB842-1508-5E41-F6BB-5DEB5E9F40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64" b="52652"/>
          <a:stretch>
            <a:fillRect/>
          </a:stretch>
        </p:blipFill>
        <p:spPr>
          <a:xfrm>
            <a:off x="4361893" y="4639320"/>
            <a:ext cx="3489229" cy="19138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FF4F509-4B6D-AF0C-BC12-F29EB97D2EBF}"/>
              </a:ext>
            </a:extLst>
          </p:cNvPr>
          <p:cNvSpPr txBox="1"/>
          <p:nvPr/>
        </p:nvSpPr>
        <p:spPr>
          <a:xfrm>
            <a:off x="244268" y="558800"/>
            <a:ext cx="346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Produced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16EDAD-271C-FA6C-2131-DA1A124E0228}"/>
              </a:ext>
            </a:extLst>
          </p:cNvPr>
          <p:cNvSpPr txBox="1"/>
          <p:nvPr/>
        </p:nvSpPr>
        <p:spPr>
          <a:xfrm>
            <a:off x="4361893" y="558800"/>
            <a:ext cx="346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Import export prices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CDE38D7-BC77-7317-1EB8-97571A6E0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268" y="5671713"/>
            <a:ext cx="2922265" cy="49462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09A3382-B1AB-DB92-DF93-60B4E7F1966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4117"/>
          <a:stretch>
            <a:fillRect/>
          </a:stretch>
        </p:blipFill>
        <p:spPr>
          <a:xfrm>
            <a:off x="2971800" y="5671713"/>
            <a:ext cx="740681" cy="49462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1011CDF-CCEF-C544-3426-0FCA85CDD6A7}"/>
              </a:ext>
            </a:extLst>
          </p:cNvPr>
          <p:cNvSpPr txBox="1"/>
          <p:nvPr/>
        </p:nvSpPr>
        <p:spPr>
          <a:xfrm>
            <a:off x="244268" y="6160475"/>
            <a:ext cx="388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https://</a:t>
            </a:r>
            <a:r>
              <a:rPr lang="en-US" dirty="0" err="1">
                <a:hlinkClick r:id="rId7"/>
              </a:rPr>
              <a:t>www.fao.org</a:t>
            </a:r>
            <a:r>
              <a:rPr lang="en-US" dirty="0">
                <a:hlinkClick r:id="rId7"/>
              </a:rPr>
              <a:t>/</a:t>
            </a:r>
            <a:r>
              <a:rPr lang="en-US" dirty="0" err="1">
                <a:hlinkClick r:id="rId7"/>
              </a:rPr>
              <a:t>faostat</a:t>
            </a:r>
            <a:r>
              <a:rPr lang="en-US" dirty="0">
                <a:hlinkClick r:id="rId7"/>
              </a:rPr>
              <a:t>/</a:t>
            </a:r>
            <a:r>
              <a:rPr lang="en-US" dirty="0" err="1">
                <a:hlinkClick r:id="rId7"/>
              </a:rPr>
              <a:t>en</a:t>
            </a:r>
            <a:r>
              <a:rPr lang="en-US" dirty="0">
                <a:hlinkClick r:id="rId7"/>
              </a:rPr>
              <a:t>/#data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B9C2F4-80F9-9950-8EC6-5FCB8C44AEEA}"/>
              </a:ext>
            </a:extLst>
          </p:cNvPr>
          <p:cNvSpPr txBox="1"/>
          <p:nvPr/>
        </p:nvSpPr>
        <p:spPr>
          <a:xfrm>
            <a:off x="8479519" y="3239599"/>
            <a:ext cx="34682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• Dropped processed dataset</a:t>
            </a:r>
          </a:p>
          <a:p>
            <a:r>
              <a:rPr lang="en-US" dirty="0"/>
              <a:t>(only 2 inputs after looking only for official values)</a:t>
            </a:r>
          </a:p>
        </p:txBody>
      </p:sp>
    </p:spTree>
    <p:extLst>
      <p:ext uri="{BB962C8B-B14F-4D97-AF65-F5344CB8AC3E}">
        <p14:creationId xmlns:p14="http://schemas.microsoft.com/office/powerpoint/2010/main" val="1488971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C3810-7385-EAC0-15B9-7BAF920AD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0EDA-7BD9-3343-1599-47ABAAC77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 M49 Country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422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40D70-ADD3-9BFC-4282-48934B3B2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Relational Diagram (ERD)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FBB45A5-4A5A-4CF2-0FB9-FBD9E04139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01004" y="1825625"/>
            <a:ext cx="578999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292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1607</TotalTime>
  <Words>83</Words>
  <Application>Microsoft Macintosh PowerPoint</Application>
  <PresentationFormat>Widescreen</PresentationFormat>
  <Paragraphs>24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PROJECT -1- EDA</vt:lpstr>
      <vt:lpstr>Coffee</vt:lpstr>
      <vt:lpstr>PROCESSING</vt:lpstr>
      <vt:lpstr>PowerPoint Presentation</vt:lpstr>
      <vt:lpstr>PowerPoint Presentation</vt:lpstr>
      <vt:lpstr>PowerPoint Presentation</vt:lpstr>
      <vt:lpstr>PowerPoint Presentation</vt:lpstr>
      <vt:lpstr>Entity Relational Diagram (ERD)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Rizki Firdaus</dc:creator>
  <cp:lastModifiedBy>Rizki Firdaus</cp:lastModifiedBy>
  <cp:revision>1</cp:revision>
  <dcterms:created xsi:type="dcterms:W3CDTF">2026-09-29T07:52:07Z</dcterms:created>
  <dcterms:modified xsi:type="dcterms:W3CDTF">2026-09-30T10:39:08Z</dcterms:modified>
</cp:coreProperties>
</file>